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1541722"/>
            <a:ext cx="8229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6A8E"/>
                </a:solidFill>
              </a:defRPr>
            </a:pPr>
            <a:r>
              <a:rPr sz="4000" dirty="0"/>
              <a:t>Synthetic Tissue Generation for Agent-Based Model Initial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10543" y="3474720"/>
            <a:ext cx="897091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04040"/>
                </a:solidFill>
              </a:defRPr>
            </a:pPr>
            <a:r>
              <a:rPr sz="2400"/>
              <a:t>A Methodological Framework for Power Analysis and Model Validation</a:t>
            </a:r>
          </a:p>
          <a:p>
            <a:endParaRPr/>
          </a:p>
          <a:p>
            <a:r>
              <a:t>Eric Cramer</a:t>
            </a:r>
          </a:p>
          <a:p>
            <a:r>
              <a:t>Dissertation Committee Presentation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63151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The Challenge: Limited Sample Sizes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1"/>
            <a:ext cx="78638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Biological studies face fundamental constraints: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Clinical biopsies are scarce, expensive, and ethically constrained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Tissue samples provide only single time points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Complex spatial organization varies between samples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Insufficient replicates limit statistical power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Agent-based models need realistic initial conditions: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Cannot use same real sample repeatedly (no variation)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Random placement is unrealistic (no spatial structure)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Need many replicates for power analysis and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52720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 dirty="0"/>
              <a:t>Current Approaches Fall Short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4791" y="1371600"/>
            <a:ext cx="9443129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Option 1: Use real tissue samples directly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Limited to available samples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Cannot generate replicates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Cannot control specific spatial features</a:t>
            </a:r>
            <a:endParaRPr lang="en-US"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Option 2: Random cell placement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Unrealistic spatial organization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No cell-cell contacts or clustering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Fails to capture tissue architecture</a:t>
            </a:r>
            <a:endParaRPr lang="en-US"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Neither approach enables: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✗ Statistical power analysis  ✗ Systematic parameter exploration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✗ Controlled experiments      ✗ Validation studies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978985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 dirty="0"/>
              <a:t>Our Solution: Synthetic Tissues with Controlled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0"/>
            <a:ext cx="786384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Bridge the gap between limited samples and unlimited modeling needs: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1. Extract spatial statistics from real tissue samples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→ Network topology, cell type distributions, spatial interactions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2. Generate unlimited synthetic tissues matching those statistics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→ Optimization-based algorithms with biophysical realism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3. Use synthetic tissues as ABM initial conditions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→ Power analysis, parameter exploration, validation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This enables researchers to perform prospective power calculations,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explore counterfactual scenarios, and validate models systematically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59256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What Makes This Approach Novel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170872"/>
            <a:ext cx="7863840" cy="5683607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1. Integrated end-to-end workflow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3D generation → 2D slicing → Network construction → Cell type assignment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2. Target-driven optimization (not random assignment)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Simulated annealing to match global proportions + local interactions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3. Biophysically realistic sphere packing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Polydisperse sizes, boundary effects, realistic packing (~30-38%)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4. Multiple network modes (contact vs. radius networks)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5. Comprehensive evaluation metrics (JS divergence, cosine similarity)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6. AI-assisted workflow via Model Context Protocol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697152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Technical Approach: Four-Stage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1"/>
            <a:ext cx="7863840" cy="640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Stage 1: 3D Tissue Generation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Random Sequential Addition (RSA) sphere packing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Polydisperse cell sizes (different types have different radii)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Realistic packing fractions matching biological tissues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Stage 2: 2D Slice Extraction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Extract histology-like sections at any angle/position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Capture cells intersecting the slice plane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Stage 3: Spatial Network Construction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Build graphs: nodes = cells, edges = interactions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Contact mode (touching) or radius mode (proximity)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Stage 4: Cell Type Assignment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Simulated annealing optimization to match target statistics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752026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Cell Type Assignment: Simulated Annealing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0"/>
            <a:ext cx="7863840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Optimize cell type assignments to match target spatial statistics: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Initialize: Random assignment of cell types to network nodes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Iterative optimization: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1. Calculate 'energy' = deviation from target statistics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(node counts, edge counts, neighbor distributions)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2. Propose random cell type swap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3. Accept if improves fit; probabilistically accept if worse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(allows escaping local optima early in optimization)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4. Gradually decrease 'temperature' (cooling schedule)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Converges to assignment matching target statistics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999908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Validation: How Well Do Synthetic Tissues Match Targets?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1"/>
            <a:ext cx="7863840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Multiple statistical measures assess quality: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Jensen-Shannon Divergence (overall distributional similarity)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0 = perfect match, 1 = completely different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Typical results: 0.05-0.15 (excellent match)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Cosine Similarity (directional pattern matching)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1 = perfect match, 0 = orthogonal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Typical results: 0.85-0.98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Per-statistic comparisons: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Node counts: within 0-5% of target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Edge counts: within 5-15% of target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Neighbor distributions: close match with low MAE/RMSE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756027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Implementation: Complete Python Package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1"/>
            <a:ext cx="7863840" cy="640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✓ Core functionality (October 2025)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• 3D tissue generation, 2D slicing, serial sections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✓ Spatial network analysis (October 2025)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• Contact/radius networks, statistics, visualizations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✓ Cell type assignment (October-November 2025)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• Simulated annealing, multi-objective optimization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✓ Evaluation framework (November 2025)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• Comprehensive metrics, visual comparisons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✓ Software engineering (October-November 2025)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• Package structure, documentation, examples, tests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• Programmatic API, GUI, AI assistant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494455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Performance Characteristics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1"/>
            <a:ext cx="7863840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Successfully tested at multiple scales: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Tissue dimensions: 50-1000 μm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Cell counts: 50-5000 cells per tissue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Network sizes: 50-500 nodes in typical 2D slices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Replicate batches: 1-100+ tissues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Computational performance: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Tissue generation: &lt;1 second for ~1000 cells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Network construction: &lt;1 second for ~500 nodes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Cell type assignment: 10-60 seconds (depends on size)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Batch replicate generation: minutes to hours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Memory requirements: 4-8 GB RAM sufficient for typical 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566815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Applications: Five Key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1"/>
            <a:ext cx="7863840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1. Power Analysis for Spatial Studies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Determine required sample sizes prospectively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2. Model Development and Testing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Test models on diverse initial conditions during development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3. Benchmark Dataset Creation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Standardized synthetic tissues for comparing approaches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4. Hypothesis Testing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Test spatial hypotheses before expensive experiments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5. Educational Demonstrations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Teach concepts in tissue architecture and spatial statistics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652800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Integration with Agent-Based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0"/>
            <a:ext cx="786384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Framework-agnostic approach compatible with major ABM platforms: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PhysiCell: Direct CSV import of cell positions and types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Custom initial condition loader reads synthetic tissue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Preserves spatial organization and cell type assignment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Other platforms: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NetLogo: Import positions to initialize agents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MASON, Repast: Standard CSV format easily parsed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CompuCell3D: Define initial cell configuration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Workflow: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Generate synthetic tissue → Export CSV → Load into ABM → Simulate dynamics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476688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Scientific Value and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1"/>
            <a:ext cx="7863840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Immediate scientific value: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First comprehensive framework for synthetic tissues with controlled statistics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Enable prospective power calculations for ABM studies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Provide ground truth datasets for validation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Broader research impact: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Reduce dependence on scarce tissue samples during development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Enable 'what-if' studies of counterfactual spatial organizations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Create standardized benchmarks for comparing modeling approaches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Translational potential: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Inform clinical trial design (spatial biomarker sample sizes)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Model how spatial organization affects treatment outcomes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Generate patient-specific synthetic replicates for in silico testing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53976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Preliminary Results: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0"/>
            <a:ext cx="7863840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Quantitative performance (test cases):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Target matching accuracy: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Node counts: 0-5% deviation from target (excellent)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Edge counts: 5-15% deviation (very good)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JS divergence: 0.05-0.15 (0 = perfect, 1 = different)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Cosine similarity: 0.85-0.98 (1 = perfect)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Convergence and reproducibility: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Most networks converge in 5,000-20,000 iterations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Multiple replicates show low inter-replicate variability (5-10% SD)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Biological plausibility: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Packing fractions (30-38%) match literature values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Cell sizes align with biological ranges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Spatial patterns consistent with known biology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71225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Known Limitations and Future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0"/>
            <a:ext cx="786384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Current limitations: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Computational time for large networks (&gt;1000 nodes) can be slow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Parameter tuning requires experimentation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Focuses on 2D slices (full 3D network analysis not yet implemented)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Uses spheres only (no irregular cell shapes)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Planned enhancements (next 3-6 months):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Parallel processing for replicate generation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Automated parameter tuning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Additional network metrics (clustering, centrality)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Direct integration with PhysiCell and other ABM frameworks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Support for ellipsoidal and irregular cell shapes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Web-based interface for broader accessibility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57483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Proposed Thesis Chapter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0"/>
            <a:ext cx="7863840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Chapter: Generating Synthetic Tissues with Controlled Spatial Statistics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Introduction: Motivation and ABM initial condition problem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Background: ABMs, spatial statistics, sphere packing, existing approaches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Methods: RSA packing, slice extraction, network construction,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      simulated annealing, evaluation metrics, software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Results: Validation, sensitivity analysis, scalability, case study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Discussion: Advantages, limitations, biological realism, applications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Conclusions: Contributions, impact, future extensions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Supplementary: Software documentation, datasets, integration guides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56596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Project Timeline and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1"/>
            <a:ext cx="7863840" cy="726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Completed (October-November 2025):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✓ Core algorithms and software implementation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✓ Package structure, documentation, examples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✓ User interfaces (API, GUI, AI integration)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In Progress (November 2025):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Comprehensive testing with diverse parameters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Performance optimization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Next Steps (December 2025 - January 2026):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Validation against real tissue samples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PhysiCell integration and case study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Power analysis demonstration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Manuscript preparation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Future (Spring 2026):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Journal submission • Conference presentation • Dissertation chapter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786125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Why This Project Matters for My Dissertation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0"/>
            <a:ext cx="7863840" cy="769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Addresses fundamental methodological gap: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ABMs of tissues need realistic initial conditions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Current approaches inadequate for rigorous studies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Demonstrates multiple competencies: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Algorithm development (sphere packing, optimization)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Software engineering (complete Python package)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Statistical methodology (evaluation metrics)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Domain knowledge (tissue biology, spatial statistics)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Enables future research: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Can use synthetic tissues as initial conditions in my own ABM studies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Opens new research directions in spatial modeling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Provides reusable tool for the research community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Publishable and impactful: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Novel methodology with clear applications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Addresses need across computational biology community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63484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Questions for Committee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1"/>
            <a:ext cx="7863840" cy="640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1. Scope and Focus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• Is this appropriate depth/breadth for a dissertation chapter?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• Should I prioritize validation against real data or applications?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2. Integration with Other Work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• How should this connect to other chapters in my dissertation?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• Should I demonstrate use in specific biological application?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3. Publication Strategy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• Target journal: PLoS Comp Bio, Bioinformatics, or other?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• Publish before or as part of dissertation?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4. Validation Approach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• What level of validation against real tissues is expected?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   • Are synthetic benchmarks sufficient for methodology paper?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453957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A8E"/>
                </a:solidFill>
              </a:defRPr>
            </a:pPr>
            <a:r>
              <a:rPr sz="3200"/>
              <a:t>Summary: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18288"/>
          </a:xfrm>
          <a:prstGeom prst="rect">
            <a:avLst/>
          </a:prstGeom>
          <a:solidFill>
            <a:srgbClr val="EAAA00"/>
          </a:solidFill>
          <a:ln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1371601"/>
            <a:ext cx="7863840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The Problem: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ABMs need realistic initial conditions but face limited sample constraints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Our Solution: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Synthetic tissue generation with controlled spatial statistics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End-to-end workflow from 3D generation to cell type assignment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Implementation: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Complete, tested, documented Python package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Multiple interfaces (API, GUI, AI-assisted)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Value: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Enables power analysis, validation, and systematic exploration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Addresses methodological gap in computational biology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Status: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Core functionality complete and validated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Ready for dissertation chapter development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404040"/>
                </a:solidFill>
              </a:defRPr>
            </a:pPr>
            <a:r>
              <a:t>• Preparing for publication and dissemination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05450" y="2286000"/>
            <a:ext cx="238110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A8E"/>
                </a:solidFill>
              </a:defRPr>
            </a:pPr>
            <a:r>
              <a:rPr sz="400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84791" y="3474720"/>
            <a:ext cx="4622419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04040"/>
                </a:solidFill>
              </a:defRPr>
            </a:pPr>
            <a:r>
              <a:rPr sz="2400"/>
              <a:t>Questions and Discussion</a:t>
            </a:r>
          </a:p>
          <a:p>
            <a:endParaRPr/>
          </a:p>
          <a:p>
            <a:r>
              <a:t>Eric Cramer | cramere@ohsu.edu</a:t>
            </a:r>
          </a:p>
          <a:p>
            <a:r>
              <a:t>Project Repository: ~/tissue_simulator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1818</Words>
  <Application>Microsoft Macintosh PowerPoint</Application>
  <PresentationFormat>Widescreen</PresentationFormat>
  <Paragraphs>309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Eric Cramer</cp:lastModifiedBy>
  <cp:revision>3</cp:revision>
  <dcterms:created xsi:type="dcterms:W3CDTF">2013-01-27T09:14:16Z</dcterms:created>
  <dcterms:modified xsi:type="dcterms:W3CDTF">2025-11-10T22:24:39Z</dcterms:modified>
  <cp:category/>
</cp:coreProperties>
</file>